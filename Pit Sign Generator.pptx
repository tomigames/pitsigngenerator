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6"/>
  </p:notesMasterIdLst>
  <p:sldIdLst>
    <p:sldId id="320" r:id="rId5"/>
  </p:sldIdLst>
  <p:sldSz cx="10058400" cy="7772400"/>
  <p:notesSz cx="7004050" cy="9290050"/>
  <p:embeddedFontLst>
    <p:embeddedFont>
      <p:font typeface="Roboto" panose="02000000000000000000" pitchFamily="2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48">
          <p15:clr>
            <a:srgbClr val="A4A3A4"/>
          </p15:clr>
        </p15:guide>
        <p15:guide id="2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D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ABBB36-7CF1-FD32-44AB-65E5846BCE3A}" v="19" dt="2025-10-23T18:47:33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16" autoAdjust="0"/>
    <p:restoredTop sz="94660"/>
  </p:normalViewPr>
  <p:slideViewPr>
    <p:cSldViewPr snapToGrid="0">
      <p:cViewPr varScale="1">
        <p:scale>
          <a:sx n="98" d="100"/>
          <a:sy n="98" d="100"/>
        </p:scale>
        <p:origin x="1380" y="78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06912" cy="3482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0405" y="4412774"/>
            <a:ext cx="5603240" cy="4180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089" tIns="93089" rIns="93089" bIns="93089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42AEE2B9-73D2-0752-5514-39734610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f26252a7f_0_32:notes">
            <a:extLst>
              <a:ext uri="{FF2B5EF4-FFF2-40B4-BE49-F238E27FC236}">
                <a16:creationId xmlns:a16="http://schemas.microsoft.com/office/drawing/2014/main" id="{1F8C7365-3DD9-722B-C500-A4EB1B442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06912" cy="3482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ff26252a7f_0_32:notes">
            <a:extLst>
              <a:ext uri="{FF2B5EF4-FFF2-40B4-BE49-F238E27FC236}">
                <a16:creationId xmlns:a16="http://schemas.microsoft.com/office/drawing/2014/main" id="{16FCBA41-1561-F94A-E13C-522D5CF65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0405" y="4412774"/>
            <a:ext cx="5603240" cy="4180523"/>
          </a:xfrm>
          <a:prstGeom prst="rect">
            <a:avLst/>
          </a:prstGeom>
        </p:spPr>
        <p:txBody>
          <a:bodyPr spcFirstLastPara="1" wrap="square" lIns="93089" tIns="93089" rIns="93089" bIns="93089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0965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spcFirstLastPara="1" wrap="square" lIns="101575" tIns="101575" rIns="101575" bIns="1015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42870" y="4282678"/>
            <a:ext cx="9372600" cy="11979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42870" y="672482"/>
            <a:ext cx="9372600" cy="8652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30200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1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1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1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1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1800"/>
              </a:spcBef>
              <a:spcAft>
                <a:spcPts val="1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42870" y="672482"/>
            <a:ext cx="9372600" cy="8652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18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18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18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18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1800"/>
              </a:spcBef>
              <a:spcAft>
                <a:spcPts val="180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18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18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18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18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1800"/>
              </a:spcBef>
              <a:spcAft>
                <a:spcPts val="180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42870" y="672482"/>
            <a:ext cx="9372600" cy="8652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42870" y="839573"/>
            <a:ext cx="3088800" cy="1142100"/>
          </a:xfrm>
          <a:prstGeom prst="rect">
            <a:avLst/>
          </a:prstGeom>
        </p:spPr>
        <p:txBody>
          <a:bodyPr spcFirstLastPara="1" wrap="square" lIns="101575" tIns="101575" rIns="101575" bIns="10157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>
              <a:spcBef>
                <a:spcPts val="18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>
              <a:spcBef>
                <a:spcPts val="18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>
              <a:spcBef>
                <a:spcPts val="18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>
              <a:spcBef>
                <a:spcPts val="18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>
              <a:spcBef>
                <a:spcPts val="18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>
              <a:spcBef>
                <a:spcPts val="1800"/>
              </a:spcBef>
              <a:spcAft>
                <a:spcPts val="180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39275" y="680227"/>
            <a:ext cx="7004700" cy="61815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spcFirstLastPara="1" wrap="square" lIns="101575" tIns="101575" rIns="101575" bIns="1015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ctr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433450" y="1094158"/>
            <a:ext cx="4220700" cy="55839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30200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1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1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1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1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1800"/>
              </a:spcBef>
              <a:spcAft>
                <a:spcPts val="1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42870" y="1671478"/>
            <a:ext cx="9372600" cy="2967300"/>
          </a:xfrm>
          <a:prstGeom prst="rect">
            <a:avLst/>
          </a:prstGeom>
        </p:spPr>
        <p:txBody>
          <a:bodyPr spcFirstLastPara="1" wrap="square" lIns="101575" tIns="101575" rIns="101575" bIns="10157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556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30200" algn="ctr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1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1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1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1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1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1800"/>
              </a:spcBef>
              <a:spcAft>
                <a:spcPts val="18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42870" y="672482"/>
            <a:ext cx="93726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  <a:defRPr sz="3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t" anchorCtr="0">
            <a:noAutofit/>
          </a:bodyPr>
          <a:lstStyle>
            <a:lvl1pPr marL="457200" lvl="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1pPr>
            <a:lvl2pPr marL="914400" lvl="1" indent="-330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2pPr>
            <a:lvl3pPr marL="1371600" lvl="2" indent="-330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3pPr>
            <a:lvl4pPr marL="1828800" lvl="3" indent="-330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4pPr>
            <a:lvl5pPr marL="2286000" lvl="4" indent="-330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5pPr>
            <a:lvl6pPr marL="2743200" lvl="5" indent="-330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6pPr>
            <a:lvl7pPr marL="3200400" lvl="6" indent="-330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  <a:defRPr sz="1600">
                <a:solidFill>
                  <a:schemeClr val="dk2"/>
                </a:solidFill>
              </a:defRPr>
            </a:lvl7pPr>
            <a:lvl8pPr marL="3657600" lvl="7" indent="-33020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  <a:defRPr sz="1600">
                <a:solidFill>
                  <a:schemeClr val="dk2"/>
                </a:solidFill>
              </a:defRPr>
            </a:lvl8pPr>
            <a:lvl9pPr marL="4114800" lvl="8" indent="-330200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Clr>
                <a:schemeClr val="dk2"/>
              </a:buClr>
              <a:buSzPts val="1600"/>
              <a:buChar char="■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319704" y="7046639"/>
            <a:ext cx="6036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lvl1pPr lvl="0" algn="r">
              <a:buNone/>
              <a:defRPr sz="1100">
                <a:solidFill>
                  <a:schemeClr val="dk2"/>
                </a:solidFill>
              </a:defRPr>
            </a:lvl1pPr>
            <a:lvl2pPr lvl="1" algn="r">
              <a:buNone/>
              <a:defRPr sz="1100">
                <a:solidFill>
                  <a:schemeClr val="dk2"/>
                </a:solidFill>
              </a:defRPr>
            </a:lvl2pPr>
            <a:lvl3pPr lvl="2" algn="r">
              <a:buNone/>
              <a:defRPr sz="1100">
                <a:solidFill>
                  <a:schemeClr val="dk2"/>
                </a:solidFill>
              </a:defRPr>
            </a:lvl3pPr>
            <a:lvl4pPr lvl="3" algn="r">
              <a:buNone/>
              <a:defRPr sz="1100">
                <a:solidFill>
                  <a:schemeClr val="dk2"/>
                </a:solidFill>
              </a:defRPr>
            </a:lvl4pPr>
            <a:lvl5pPr lvl="4" algn="r">
              <a:buNone/>
              <a:defRPr sz="1100">
                <a:solidFill>
                  <a:schemeClr val="dk2"/>
                </a:solidFill>
              </a:defRPr>
            </a:lvl5pPr>
            <a:lvl6pPr lvl="5" algn="r">
              <a:buNone/>
              <a:defRPr sz="1100">
                <a:solidFill>
                  <a:schemeClr val="dk2"/>
                </a:solidFill>
              </a:defRPr>
            </a:lvl6pPr>
            <a:lvl7pPr lvl="6" algn="r">
              <a:buNone/>
              <a:defRPr sz="1100">
                <a:solidFill>
                  <a:schemeClr val="dk2"/>
                </a:solidFill>
              </a:defRPr>
            </a:lvl7pPr>
            <a:lvl8pPr lvl="7" algn="r">
              <a:buNone/>
              <a:defRPr sz="1100">
                <a:solidFill>
                  <a:schemeClr val="dk2"/>
                </a:solidFill>
              </a:defRPr>
            </a:lvl8pPr>
            <a:lvl9pPr lvl="8" algn="r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>
          <a:extLst>
            <a:ext uri="{FF2B5EF4-FFF2-40B4-BE49-F238E27FC236}">
              <a16:creationId xmlns:a16="http://schemas.microsoft.com/office/drawing/2014/main" id="{E7C551D9-2F25-F59E-744A-79B1F6AD6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>
            <a:extLst>
              <a:ext uri="{FF2B5EF4-FFF2-40B4-BE49-F238E27FC236}">
                <a16:creationId xmlns:a16="http://schemas.microsoft.com/office/drawing/2014/main" id="{C5ACF756-1325-283D-3781-CCDB739E3906}"/>
              </a:ext>
            </a:extLst>
          </p:cNvPr>
          <p:cNvSpPr/>
          <p:nvPr/>
        </p:nvSpPr>
        <p:spPr>
          <a:xfrm rot="5400000">
            <a:off x="-3176376" y="3173850"/>
            <a:ext cx="7772400" cy="1424700"/>
          </a:xfrm>
          <a:prstGeom prst="rect">
            <a:avLst/>
          </a:prstGeom>
          <a:solidFill>
            <a:srgbClr val="F36D1B"/>
          </a:solidFill>
          <a:ln>
            <a:solidFill>
              <a:srgbClr val="F36D1B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29">
            <a:extLst>
              <a:ext uri="{FF2B5EF4-FFF2-40B4-BE49-F238E27FC236}">
                <a16:creationId xmlns:a16="http://schemas.microsoft.com/office/drawing/2014/main" id="{1F27807D-D850-BCC0-C946-CC2E34DA5F4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345932" y="6462421"/>
            <a:ext cx="1954251" cy="4691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7128CE-D7E9-C82C-BB61-619EF9D302B1}"/>
              </a:ext>
            </a:extLst>
          </p:cNvPr>
          <p:cNvSpPr/>
          <p:nvPr/>
        </p:nvSpPr>
        <p:spPr>
          <a:xfrm rot="5400000">
            <a:off x="967363" y="3710565"/>
            <a:ext cx="7772403" cy="351269"/>
          </a:xfrm>
          <a:prstGeom prst="rect">
            <a:avLst/>
          </a:prstGeom>
          <a:solidFill>
            <a:srgbClr val="F36D1B"/>
          </a:solidFill>
          <a:ln>
            <a:solidFill>
              <a:srgbClr val="F36D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196;p27">
            <a:extLst>
              <a:ext uri="{FF2B5EF4-FFF2-40B4-BE49-F238E27FC236}">
                <a16:creationId xmlns:a16="http://schemas.microsoft.com/office/drawing/2014/main" id="{E0878DB3-5705-3BA5-CFF1-3DDB0C9F6A66}"/>
              </a:ext>
            </a:extLst>
          </p:cNvPr>
          <p:cNvSpPr txBox="1">
            <a:spLocks/>
          </p:cNvSpPr>
          <p:nvPr/>
        </p:nvSpPr>
        <p:spPr>
          <a:xfrm rot="5400000">
            <a:off x="-198002" y="2405997"/>
            <a:ext cx="6972900" cy="29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</a:pPr>
            <a:r>
              <a:rPr lang="en-US" sz="9600" dirty="0"/>
              <a:t>{{NUM}}</a:t>
            </a:r>
            <a:endParaRPr lang="en-US" sz="15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ubik"/>
            </a:endParaRPr>
          </a:p>
        </p:txBody>
      </p:sp>
      <p:sp>
        <p:nvSpPr>
          <p:cNvPr id="8" name="Google Shape;217;p29">
            <a:extLst>
              <a:ext uri="{FF2B5EF4-FFF2-40B4-BE49-F238E27FC236}">
                <a16:creationId xmlns:a16="http://schemas.microsoft.com/office/drawing/2014/main" id="{C08E1BA9-92DF-AD16-465F-DC7018166057}"/>
              </a:ext>
            </a:extLst>
          </p:cNvPr>
          <p:cNvSpPr/>
          <p:nvPr/>
        </p:nvSpPr>
        <p:spPr>
          <a:xfrm rot="16200000">
            <a:off x="5459850" y="3173848"/>
            <a:ext cx="7772400" cy="1424700"/>
          </a:xfrm>
          <a:prstGeom prst="rect">
            <a:avLst/>
          </a:prstGeom>
          <a:solidFill>
            <a:srgbClr val="F36D1B"/>
          </a:solidFill>
          <a:ln>
            <a:solidFill>
              <a:srgbClr val="F36D1B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96;p27">
            <a:extLst>
              <a:ext uri="{FF2B5EF4-FFF2-40B4-BE49-F238E27FC236}">
                <a16:creationId xmlns:a16="http://schemas.microsoft.com/office/drawing/2014/main" id="{3B29DAAB-312F-F914-47D3-80A6F72083D7}"/>
              </a:ext>
            </a:extLst>
          </p:cNvPr>
          <p:cNvSpPr txBox="1">
            <a:spLocks/>
          </p:cNvSpPr>
          <p:nvPr/>
        </p:nvSpPr>
        <p:spPr>
          <a:xfrm rot="16200000">
            <a:off x="3195361" y="2405998"/>
            <a:ext cx="6972900" cy="29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15000"/>
              </a:lnSpc>
            </a:pPr>
            <a:r>
              <a:rPr lang="en-US" sz="9600" dirty="0"/>
              <a:t>{{NUM}}</a:t>
            </a:r>
            <a:endParaRPr lang="en-US" sz="15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ubik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541D5-1912-5CAF-9D9E-C6111E84C867}"/>
              </a:ext>
            </a:extLst>
          </p:cNvPr>
          <p:cNvSpPr txBox="1"/>
          <p:nvPr/>
        </p:nvSpPr>
        <p:spPr>
          <a:xfrm rot="5400000">
            <a:off x="-1973427" y="3597324"/>
            <a:ext cx="7688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{{NAME}}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C44A12-FE48-9488-8D5E-FE0D533A0151}"/>
              </a:ext>
            </a:extLst>
          </p:cNvPr>
          <p:cNvSpPr txBox="1"/>
          <p:nvPr/>
        </p:nvSpPr>
        <p:spPr>
          <a:xfrm rot="16200000">
            <a:off x="4120798" y="3559224"/>
            <a:ext cx="7612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{{NAME}}</a:t>
            </a:r>
            <a:endParaRPr lang="en-US" sz="3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8D441D-1B55-A2DF-AE00-324384C58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827664" y="3031070"/>
            <a:ext cx="3040462" cy="17102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42DEEE-56DC-07C6-9266-965BBA466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412169" y="729346"/>
            <a:ext cx="2114891" cy="671441"/>
          </a:xfrm>
          <a:prstGeom prst="rect">
            <a:avLst/>
          </a:prstGeom>
        </p:spPr>
      </p:pic>
      <p:pic>
        <p:nvPicPr>
          <p:cNvPr id="17" name="Google Shape;222;p29">
            <a:extLst>
              <a:ext uri="{FF2B5EF4-FFF2-40B4-BE49-F238E27FC236}">
                <a16:creationId xmlns:a16="http://schemas.microsoft.com/office/drawing/2014/main" id="{C595AA7C-7D23-675E-AFC3-0CA3E1CD62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200000">
            <a:off x="8355021" y="6454798"/>
            <a:ext cx="1954251" cy="469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3D6EFC1-7580-E8FE-DE9E-1F450B8F3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873289" y="3023447"/>
            <a:ext cx="3040462" cy="17102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2D1F38E-0449-5AF8-749D-14F8C6076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8288784" y="721723"/>
            <a:ext cx="2114891" cy="67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2077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58C04A9B6C840B439D2DB1BC9AF22" ma:contentTypeVersion="15" ma:contentTypeDescription="Create a new document." ma:contentTypeScope="" ma:versionID="238674740a54a874d899515c4f2a698a">
  <xsd:schema xmlns:xsd="http://www.w3.org/2001/XMLSchema" xmlns:xs="http://www.w3.org/2001/XMLSchema" xmlns:p="http://schemas.microsoft.com/office/2006/metadata/properties" xmlns:ns2="abe90f6a-97e4-459d-bdeb-f9b42a8a1176" xmlns:ns3="063bf6eb-184b-43b8-a7c1-941f77718b2b" targetNamespace="http://schemas.microsoft.com/office/2006/metadata/properties" ma:root="true" ma:fieldsID="587c902543b4d06b94d91a8375930f0f" ns2:_="" ns3:_="">
    <xsd:import namespace="abe90f6a-97e4-459d-bdeb-f9b42a8a1176"/>
    <xsd:import namespace="063bf6eb-184b-43b8-a7c1-941f77718b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e90f6a-97e4-459d-bdeb-f9b42a8a11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10cdc0d-6956-4aca-be02-645c59724f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3bf6eb-184b-43b8-a7c1-941f77718b2b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f59945a-bae6-43a0-972e-2925a22f6691}" ma:internalName="TaxCatchAll" ma:showField="CatchAllData" ma:web="063bf6eb-184b-43b8-a7c1-941f77718b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3bf6eb-184b-43b8-a7c1-941f77718b2b" xsi:nil="true"/>
    <lcf76f155ced4ddcb4097134ff3c332f xmlns="abe90f6a-97e4-459d-bdeb-f9b42a8a117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D3C8AE2-90B7-48A4-913B-143BBF3A2C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e90f6a-97e4-459d-bdeb-f9b42a8a1176"/>
    <ds:schemaRef ds:uri="063bf6eb-184b-43b8-a7c1-941f77718b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4B62D2-411A-460C-A678-A80052D320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F81976-5F6E-4ACE-A358-E4903ECA31D8}">
  <ds:schemaRefs>
    <ds:schemaRef ds:uri="http://schemas.microsoft.com/office/2006/metadata/properties"/>
    <ds:schemaRef ds:uri="http://schemas.microsoft.com/office/infopath/2007/PartnerControls"/>
    <ds:schemaRef ds:uri="063bf6eb-184b-43b8-a7c1-941f77718b2b"/>
    <ds:schemaRef ds:uri="abe90f6a-97e4-459d-bdeb-f9b42a8a117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</Words>
  <Application>Microsoft Office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Roboto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Emily</dc:creator>
  <cp:lastModifiedBy>Ariasi Noziglia, Tomas Nicolas</cp:lastModifiedBy>
  <cp:revision>15</cp:revision>
  <cp:lastPrinted>2025-10-16T21:52:59Z</cp:lastPrinted>
  <dcterms:modified xsi:type="dcterms:W3CDTF">2026-02-04T06:55:52Z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0x01010045558C04A9B6C840B439D2DB1BC9AF22</vt:lpwstr>
  </property>
  <property fmtid="{D5CDD505-2E9C-101B-9397-08002B2CF9AE}" pid="3" name="MediaServiceImageTags">
    <vt:lpwstr/>
  </property>
</Properties>
</file>